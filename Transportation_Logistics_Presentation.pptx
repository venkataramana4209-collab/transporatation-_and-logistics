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63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9122" y="-283533"/>
            <a:ext cx="9867801" cy="55506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822960"/>
            <a:ext cx="274320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1A1A"/>
                </a:solidFill>
              </a:rPr>
              <a:t>A Minor Project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097280" y="24231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</a:rPr>
              <a:t>Transportation &amp; Logistics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097280" y="28803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0000"/>
                </a:solidFill>
              </a:rPr>
              <a:t>Management System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429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Submitted to :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PRAGYA JAIN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Assistant Professor, Dept. of CSA, SOET,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ITM University, Gwalior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0" y="3429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1A"/>
                </a:solidFill>
              </a:rPr>
              <a:t>Submitted by: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0" y="3657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</a:rPr>
              <a:t>M. R. V. V. Ramana (Betn1ai23053)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</a:rPr>
              <a:t>G. Manikanta (BETN1AI23064)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71600" y="4343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</a:rPr>
              <a:t>Under the Supervision of: Dr. Aravendra Sharma | Dept. of CSA, ITM University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0363" y="-287079"/>
            <a:ext cx="9654363" cy="54305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Table of Contents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114300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1.  Broad Area of Work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2.  Introduction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3.  Literature Survey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4.  Existing Gaps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5.  Objectives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54880" y="11430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6.  Proposed Methodology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7.  Expected Outcome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8.  Future Scope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9.  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1461" y="-238711"/>
            <a:ext cx="9755945" cy="5487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Broad Area of Work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97280" y="1143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Domain: </a:t>
            </a:r>
            <a:r>
              <a:rPr lang="en-US" sz="1400" dirty="0">
                <a:solidFill>
                  <a:srgbClr val="1A1A1A"/>
                </a:solidFill>
              </a:rPr>
              <a:t>Transportation &amp; Logistics Management Systems
</a:t>
            </a:r>
            <a:r>
              <a:rPr lang="en-US" sz="1400" b="1" dirty="0">
                <a:solidFill>
                  <a:srgbClr val="1A1A1A"/>
                </a:solidFill>
              </a:rPr>
              <a:t>Field: </a:t>
            </a:r>
            <a:r>
              <a:rPr lang="en-US" sz="1400" dirty="0">
                <a:solidFill>
                  <a:srgbClr val="1A1A1A"/>
                </a:solidFill>
              </a:rPr>
              <a:t>Supply Chain Management &amp; Information Systems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365760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2011680"/>
            <a:ext cx="64008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Vehicle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395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Track and manage fleet information efficiently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011680"/>
            <a:ext cx="365760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011680"/>
            <a:ext cx="64008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Driver Management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28032" y="2395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Assign drivers and maintain driver records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365760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246120"/>
            <a:ext cx="64008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Shipment Tracking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3232" y="3630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Monitor shipment and delivery status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3246120"/>
            <a:ext cx="365760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246120"/>
            <a:ext cx="64008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Route Optimization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28032" y="3630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Plan and optimize delivery routes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0240" y="-365760"/>
            <a:ext cx="9794240" cy="5509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97280" y="1170432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11430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Transportation and logistics play a crucial role in the movement of goods from one place to another.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097280" y="2084832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20574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Many logistics companies still rely on manual processes, causing delivery delays, poor route planning, and lack of vehicle monitoring.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97280" y="2999232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0876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Automated logistics systems can help organizations manage operations through a centralized platform.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97280" y="3913632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08760" y="38862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The proposed system aims to develop a smart Transportation &amp; Logistics Management System that improves efficiency and reduces operational costs.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7114" y="-118696"/>
            <a:ext cx="9566031" cy="53808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Literature Survey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7955280" cy="3383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System 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Traditional Manual Systems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Simple record-keeping, easy to implement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Error-prone, slow, inefficient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GPS Tracking Systems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Real-time vehicle tracking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High cost, complex setup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Route Optimization Tools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Improved delivery scheduling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Limited integration with other modules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Enterprise TMS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Full supply chain integration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Very expensive, not SME-friendly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8554" y="-255416"/>
            <a:ext cx="9798148" cy="5511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Existing Gaps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749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0292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High Cost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Implementation and maintenance costs are prohibitive for small companies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749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97280"/>
            <a:ext cx="50292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4068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Poor Integration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4068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Tracking and route optimization systems lack seamless integration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331720"/>
            <a:ext cx="3749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2331720"/>
            <a:ext cx="50292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43000" y="2404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Limited Accessibility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2715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Solutions are inaccessible to small and medium logistics companies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331720"/>
            <a:ext cx="3749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2331720"/>
            <a:ext cx="50292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40680" y="2404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Complex UI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40680" y="2715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Difficult user interfaces hinder day-to-day operations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606040" y="3566160"/>
            <a:ext cx="3749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606040" y="3566160"/>
            <a:ext cx="50292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060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200400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Weak Analytics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00400" y="3950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Limited reporting capabilities for performance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0240" y="-365760"/>
            <a:ext cx="9794240" cy="5509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05840" y="1143000"/>
            <a:ext cx="7589520" cy="594360"/>
          </a:xfrm>
          <a:prstGeom prst="rect">
            <a:avLst/>
          </a:prstGeom>
          <a:solidFill>
            <a:srgbClr val="FFF8F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5840" y="1143000"/>
            <a:ext cx="50292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252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Design and develop a Transportation &amp; Logistics Management System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05840" y="1892808"/>
            <a:ext cx="758952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1892808"/>
            <a:ext cx="50292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025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00200" y="19842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Manage vehicle and driver information efficiently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05840" y="2642616"/>
            <a:ext cx="7589520" cy="594360"/>
          </a:xfrm>
          <a:prstGeom prst="rect">
            <a:avLst/>
          </a:prstGeom>
          <a:solidFill>
            <a:srgbClr val="FFF8F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2642616"/>
            <a:ext cx="50292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7523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00200" y="27340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Optimize delivery routes and reduce travel time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3392424"/>
            <a:ext cx="758952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3392424"/>
            <a:ext cx="50292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5021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00200" y="348386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Monitor shipment and delivery status in real-time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05840" y="4142232"/>
            <a:ext cx="7589520" cy="594360"/>
          </a:xfrm>
          <a:prstGeom prst="rect">
            <a:avLst/>
          </a:prstGeom>
          <a:solidFill>
            <a:srgbClr val="FFF8F8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5840" y="4142232"/>
            <a:ext cx="50292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251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00200" y="42336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Generate reports for better logistics management and decision-making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5250" y="-379828"/>
            <a:ext cx="9819250" cy="5523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Proposed Methodology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307592" y="1965960"/>
            <a:ext cx="612648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55448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Requirement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Analysis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24912" y="1965960"/>
            <a:ext cx="612648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0" y="155448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2880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System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Design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42232" y="1965960"/>
            <a:ext cx="612648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55448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4612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Database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Design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59552" y="1965960"/>
            <a:ext cx="612648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155448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6344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Frontend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Development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76872" y="1965960"/>
            <a:ext cx="612648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55448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08076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Backend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Development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680960" y="1554480"/>
            <a:ext cx="731520" cy="7315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49808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Testing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</a:rPr>
              <a:t>Deployment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97280" y="3063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0000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02920" y="3429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HTML / CSS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240280" y="3429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4028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977640" y="3429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776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Logic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715000" y="3429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1500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Database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452360" y="34290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5236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0295" y="-450166"/>
            <a:ext cx="9944295" cy="55936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8686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Expected Outcome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2606040" cy="1600200"/>
          </a:xfrm>
          <a:prstGeom prst="rect">
            <a:avLst/>
          </a:prstGeom>
          <a:solidFill>
            <a:srgbClr val="FFF8F8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26060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155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Efficient Route Planning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" y="1508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Optimal delivery routes reducing time and fuel costs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606040" cy="1600200"/>
          </a:xfrm>
          <a:prstGeom prst="rect">
            <a:avLst/>
          </a:prstGeom>
          <a:solidFill>
            <a:srgbClr val="FFF8F8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97280"/>
            <a:ext cx="26060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1155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Reduced Delivery Delays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493008" y="1508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Automated scheduling and monitoring minimizes delays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097280"/>
            <a:ext cx="2606040" cy="1600200"/>
          </a:xfrm>
          <a:prstGeom prst="rect">
            <a:avLst/>
          </a:prstGeom>
          <a:solidFill>
            <a:srgbClr val="FFF8F8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097280"/>
            <a:ext cx="26060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1155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Centralized Monitoring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27648" y="1508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Single dashboard to track all logistics operations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606040" cy="1600200"/>
          </a:xfrm>
          <a:prstGeom prst="rect">
            <a:avLst/>
          </a:prstGeom>
          <a:solidFill>
            <a:srgbClr val="F8F8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926080"/>
            <a:ext cx="26060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29443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Reduced Manual Work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8368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Digital workflows replace time-consuming manual processes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83280" y="2926080"/>
            <a:ext cx="2606040" cy="1600200"/>
          </a:xfrm>
          <a:prstGeom prst="rect">
            <a:avLst/>
          </a:prstGeom>
          <a:solidFill>
            <a:srgbClr val="F8F8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83280" y="2926080"/>
            <a:ext cx="26060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0" y="29443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Better Decision Making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493008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Data-driven reports support strategic logistics planning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2926080"/>
            <a:ext cx="2606040" cy="1600200"/>
          </a:xfrm>
          <a:prstGeom prst="rect">
            <a:avLst/>
          </a:prstGeom>
          <a:solidFill>
            <a:srgbClr val="F8F8FF"/>
          </a:solidFill>
          <a:ln w="6350">
            <a:solidFill>
              <a:srgbClr val="E0E0E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2926080"/>
            <a:ext cx="260604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294436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Lower Operational Costs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327648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Optimized resources lead to significant cost savings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860" y="-10771"/>
            <a:ext cx="9629335" cy="5416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9059" y="521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097280"/>
            <a:ext cx="3840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02920" y="1097280"/>
            <a:ext cx="384048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" y="1133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GPS Real-Time Tracking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" y="157276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Live vehicle location tracking using GPS technology for instant fleet visibility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1097280"/>
            <a:ext cx="3840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097280"/>
            <a:ext cx="384048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0328" y="1133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Mobile Applications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10328" y="157276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Dedicated apps for drivers and managers enabling on-the-go operations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971800"/>
            <a:ext cx="3840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971800"/>
            <a:ext cx="384048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" y="3008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AI Route Optimization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648" y="34472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Artificial intelligence to predict and optimize delivery routes dynamically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2971800"/>
            <a:ext cx="3840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971800"/>
            <a:ext cx="384048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3008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Warehouse Integration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10328" y="34472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Full integration with warehouse and inventory management systems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4818" y="-119575"/>
            <a:ext cx="9498818" cy="5343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3272" y="5627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0000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[1]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45920" y="118872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Chopra, S., &amp; Meindl, P. — Supply Chain Management: Strategy, Planning, and Operation. Pearson Education.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34440" y="2057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[2]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05740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Christopher, M. — Logistics and Supply Chain Management. Pearson.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34440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[3]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45920" y="292608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Research papers on Transportation Management Systems from IEEE and Google Scholar.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234440" y="3794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</a:rPr>
              <a:t>[4]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45920" y="379476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Online resources related to logistics, supply chain technologies, and route optimization algorithms.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0000"/>
                </a:solidFill>
              </a:rPr>
              <a:t>Thank You 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621</Words>
  <Application>Microsoft Office PowerPoint</Application>
  <PresentationFormat>On-screen Show (16:9)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 &amp; Logistics</dc:title>
  <dc:subject>PptxGenJS Presentation</dc:subject>
  <dc:creator>PptxGenJS</dc:creator>
  <cp:lastModifiedBy>nani danger</cp:lastModifiedBy>
  <cp:revision>2</cp:revision>
  <dcterms:created xsi:type="dcterms:W3CDTF">2026-04-02T16:19:05Z</dcterms:created>
  <dcterms:modified xsi:type="dcterms:W3CDTF">2026-04-02T16:25:47Z</dcterms:modified>
</cp:coreProperties>
</file>